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8d9bb0977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8d9bb0977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8d9bb0977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8d9bb0977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8d9bb0977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8d9bb0977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8d9bb0977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8d9bb0977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8d9bb0977_0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8d9bb0977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8d9bb0977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8d9bb0977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8d9bb0977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b8d9bb0977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8d9bb0977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8d9bb0977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460950" y="485500"/>
            <a:ext cx="8222100" cy="9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 u="sng">
                <a:latin typeface="Arial"/>
                <a:ea typeface="Arial"/>
                <a:cs typeface="Arial"/>
                <a:sym typeface="Arial"/>
              </a:rPr>
              <a:t>Presentaci</a:t>
            </a:r>
            <a:r>
              <a:rPr lang="es" sz="3000" u="sng">
                <a:latin typeface="Arial"/>
                <a:ea typeface="Arial"/>
                <a:cs typeface="Arial"/>
                <a:sym typeface="Arial"/>
              </a:rPr>
              <a:t>ó</a:t>
            </a:r>
            <a:r>
              <a:rPr lang="es" sz="3000" u="sng"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s" sz="3000" u="sng">
                <a:latin typeface="Arial"/>
                <a:ea typeface="Arial"/>
                <a:cs typeface="Arial"/>
                <a:sym typeface="Arial"/>
              </a:rPr>
              <a:t>Página</a:t>
            </a:r>
            <a:r>
              <a:rPr lang="es" sz="3000" u="sng">
                <a:latin typeface="Arial"/>
                <a:ea typeface="Arial"/>
                <a:cs typeface="Arial"/>
                <a:sym typeface="Arial"/>
              </a:rPr>
              <a:t> Web</a:t>
            </a:r>
            <a:endParaRPr sz="3000" u="sng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7788" y="1807300"/>
            <a:ext cx="4848425" cy="274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29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 u="sng">
                <a:latin typeface="Arial"/>
                <a:ea typeface="Arial"/>
                <a:cs typeface="Arial"/>
                <a:sym typeface="Arial"/>
              </a:rPr>
              <a:t>Sección</a:t>
            </a:r>
            <a:r>
              <a:rPr lang="es" sz="3000" u="sng">
                <a:latin typeface="Arial"/>
                <a:ea typeface="Arial"/>
                <a:cs typeface="Arial"/>
                <a:sym typeface="Arial"/>
              </a:rPr>
              <a:t> Importante:Tarjetas</a:t>
            </a:r>
            <a:endParaRPr sz="3000" u="sng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9624" y="2609175"/>
            <a:ext cx="3871225" cy="164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 u="sng">
                <a:latin typeface="Arial"/>
                <a:ea typeface="Arial"/>
                <a:cs typeface="Arial"/>
                <a:sym typeface="Arial"/>
              </a:rPr>
              <a:t>Contenedor principal</a:t>
            </a:r>
            <a:endParaRPr sz="3000" u="sng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549" y="2550125"/>
            <a:ext cx="3402350" cy="172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7822" y="2346522"/>
            <a:ext cx="2885850" cy="2133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15"/>
          <p:cNvCxnSpPr/>
          <p:nvPr/>
        </p:nvCxnSpPr>
        <p:spPr>
          <a:xfrm flipH="1">
            <a:off x="4045650" y="2704400"/>
            <a:ext cx="1038900" cy="177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 u="sng">
                <a:latin typeface="Arial"/>
                <a:ea typeface="Arial"/>
                <a:cs typeface="Arial"/>
                <a:sym typeface="Arial"/>
              </a:rPr>
              <a:t>Imagen</a:t>
            </a:r>
            <a:endParaRPr sz="3000" u="sng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375" y="2269625"/>
            <a:ext cx="3485475" cy="1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9400" y="2269625"/>
            <a:ext cx="3238500" cy="1953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16"/>
          <p:cNvCxnSpPr/>
          <p:nvPr/>
        </p:nvCxnSpPr>
        <p:spPr>
          <a:xfrm rot="10800000">
            <a:off x="2453825" y="2726575"/>
            <a:ext cx="2733900" cy="29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 u="sng">
                <a:latin typeface="Arial"/>
                <a:ea typeface="Arial"/>
                <a:cs typeface="Arial"/>
                <a:sym typeface="Arial"/>
              </a:rPr>
              <a:t>Avatar, Nombre y Fecha</a:t>
            </a:r>
            <a:endParaRPr sz="3000" u="sng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45" y="2387520"/>
            <a:ext cx="3558676" cy="1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1113" y="2078875"/>
            <a:ext cx="1664212" cy="96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1031" y="3085096"/>
            <a:ext cx="1694489" cy="109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22253" y="3846575"/>
            <a:ext cx="1330575" cy="775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17"/>
          <p:cNvCxnSpPr/>
          <p:nvPr/>
        </p:nvCxnSpPr>
        <p:spPr>
          <a:xfrm flipH="1">
            <a:off x="2763350" y="2203300"/>
            <a:ext cx="3220200" cy="361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17"/>
          <p:cNvCxnSpPr/>
          <p:nvPr/>
        </p:nvCxnSpPr>
        <p:spPr>
          <a:xfrm rot="10800000">
            <a:off x="3441375" y="2630675"/>
            <a:ext cx="3080100" cy="692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7"/>
          <p:cNvCxnSpPr/>
          <p:nvPr/>
        </p:nvCxnSpPr>
        <p:spPr>
          <a:xfrm rot="10800000">
            <a:off x="3662225" y="2829575"/>
            <a:ext cx="1473900" cy="1017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 u="sng">
                <a:latin typeface="Arial"/>
                <a:ea typeface="Arial"/>
                <a:cs typeface="Arial"/>
                <a:sym typeface="Arial"/>
              </a:rPr>
              <a:t>Título</a:t>
            </a:r>
            <a:endParaRPr sz="3000" u="sng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5125" y="2369800"/>
            <a:ext cx="1908975" cy="140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350" y="2369800"/>
            <a:ext cx="3553549" cy="1771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p18"/>
          <p:cNvCxnSpPr/>
          <p:nvPr/>
        </p:nvCxnSpPr>
        <p:spPr>
          <a:xfrm flipH="1">
            <a:off x="3905450" y="2549650"/>
            <a:ext cx="1842300" cy="479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/>
              <a:t>Descripción</a:t>
            </a:r>
            <a:endParaRPr u="sng"/>
          </a:p>
        </p:txBody>
      </p:sp>
      <p:pic>
        <p:nvPicPr>
          <p:cNvPr id="136" name="Google Shape;13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325" y="2394900"/>
            <a:ext cx="3581651" cy="178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8626" y="2078875"/>
            <a:ext cx="1716150" cy="77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08625" y="2901350"/>
            <a:ext cx="1716150" cy="8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43600" y="3802625"/>
            <a:ext cx="4032401" cy="1043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" name="Google Shape;140;p19"/>
          <p:cNvCxnSpPr/>
          <p:nvPr/>
        </p:nvCxnSpPr>
        <p:spPr>
          <a:xfrm rot="10800000">
            <a:off x="4039200" y="3686400"/>
            <a:ext cx="604800" cy="144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 u="sng">
                <a:latin typeface="Arial"/>
                <a:ea typeface="Arial"/>
                <a:cs typeface="Arial"/>
                <a:sym typeface="Arial"/>
              </a:rPr>
              <a:t>Estadísticas</a:t>
            </a:r>
            <a:r>
              <a:rPr lang="es" sz="3000" u="sng"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s" sz="3000" u="sng">
                <a:latin typeface="Arial"/>
                <a:ea typeface="Arial"/>
                <a:cs typeface="Arial"/>
                <a:sym typeface="Arial"/>
              </a:rPr>
              <a:t>botón</a:t>
            </a:r>
            <a:r>
              <a:rPr lang="es" sz="3000" u="sng">
                <a:latin typeface="Arial"/>
                <a:ea typeface="Arial"/>
                <a:cs typeface="Arial"/>
                <a:sym typeface="Arial"/>
              </a:rPr>
              <a:t> de like</a:t>
            </a:r>
            <a:endParaRPr sz="3000" u="sng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800" y="2607756"/>
            <a:ext cx="3200400" cy="1595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8026" y="2150625"/>
            <a:ext cx="1967400" cy="84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94349" y="3067200"/>
            <a:ext cx="1951075" cy="1085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20"/>
          <p:cNvCxnSpPr/>
          <p:nvPr/>
        </p:nvCxnSpPr>
        <p:spPr>
          <a:xfrm flipH="1">
            <a:off x="2786400" y="2325600"/>
            <a:ext cx="2685600" cy="1663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20"/>
          <p:cNvCxnSpPr/>
          <p:nvPr/>
        </p:nvCxnSpPr>
        <p:spPr>
          <a:xfrm flipH="1">
            <a:off x="3794400" y="3240000"/>
            <a:ext cx="1699200" cy="756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>
            <p:ph type="ctrTitle"/>
          </p:nvPr>
        </p:nvSpPr>
        <p:spPr>
          <a:xfrm>
            <a:off x="727950" y="2190825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¡Gracias!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